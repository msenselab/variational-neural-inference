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Latent Variable Models for Neural Data and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9FE3"/>
                </a:solidFill>
              </a:defRPr>
            </a:pPr>
            <a:r>
              <a:t>From Probabilistic Modeling to Interpretable Neural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0C1C3"/>
                </a:solidFill>
              </a:defRPr>
            </a:pPr>
            <a:r>
              <a:t>Chunyu Qu  •  22.07.2026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40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1: Understanding Neural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Fundamental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What we observe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Spike trains: high-dimensional, noisy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Variable trial-to-trial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Confounded with behavior &amp;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What we want to 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Hidden population codes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Latent dynamical structure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Circuit computations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Inferential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Observation ≠ Mechanism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Need to infer hidden states z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from noisy observations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Statistical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Generative models: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p(y, z | θ) = p(y | z, θ) · p(z | θ)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Bayesian inference: p(z | y, 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40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2: Probabilistic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Bayes Rule for Neural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Generative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Likelihood: p(y | z, θ)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  How does latent z produce y?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Prior: p(z | θ)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  What structure do latents have?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Posterior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p(z | y, θ) ∝ p(y | z) · p(z)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Goal: Learn θ, infer 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40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3: From Static to Dynamic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Mixture Models: Heterogeneity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p(y) = Σ_k π_k N(y | μ_k, Σ_k)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Discrete latent z ∈ {1,...,K}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What it captures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Data heterogeneity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Multiple regimes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✗ No temporal 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EM Algorithm &amp; ELBO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Exact posterior p(z | y) is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intractable (sum over K^N terms)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Solution: EM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E-step: γ_ik = p(z_i = k | y_i)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M-step: Update μ_k, π_k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Theoretical foundation: ELBO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HMM: Adding Temporal 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Key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Markov transition: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p(z_t | z_{t-1})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Explains sequential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Why limited?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✗ Discrete states too coarse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✗ Fixed within-state dynamics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✗ Need continuous latents for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  rich neural population codes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40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4: Continuous Latent Dynamics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Variational Inference?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The jump to continuous 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z ∈ ℝ^d (not discrete)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Posterior p(z | y) is doubly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intractable: continuous + nonlinear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Approximate with ELBO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log p(y) ≥ E_q[log p(y,z)] - KL(q||p)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Find tractable q(z|y)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VAE: Amortized Variational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Encoder: q_φ(z | y) → μ, σ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Decoder: p_θ(y | z)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Reparameterization trick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Key innovation: Amortization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One encoder for all data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No per-datum optimization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Continuous latent space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Generative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VAE Limitation for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VAE assumes i.i.d. observations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Ignores temporal structure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Each y_t independent (given z_t)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Solution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Sequential VAE with dynamics prior: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p(z_1:T) = p(z_1) ∏ p(z_t|z_{t-1})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→ LFADS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40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5: LFADS - Neural Sequences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LFADS: The Leap to Spike Trains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What LFADS infers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z_0: initial population code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z_{1:T}: latent trajectory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Generator RNN: dynamics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• Firing rates: λ_t = exp(Wz_t)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Why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Continuous population codes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Learned, flexible dynamics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Amortized inference (fast)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Poisson observation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LFADS Architecture (Simplified)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Data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BiRNN(y_{1:T}) →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Posterior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RNN(context) → q(z_{1:T}|y)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Generator &amp;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79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RNN(z_0) → z_{1:T}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Linear(z_t) → λ_t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Poisson(λ_t) → y_t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LFADS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Scientific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Denoised spike rasters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Trial-to-trial variability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Extrapolate missing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Neural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Learn generator RNN dynamics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Analyze latent trajectories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(But generator is still black-box)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40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6: Interpretable Dynamics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Interpretability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LFADS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Flexible, accurate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Learns complex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LFADS weakness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✗ Black-box RNN generator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✗ Hard to reverse-engineer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✗ Why this solution?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gpSLDS: Piecewise Linear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Key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Replace black-box RNN with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explicit piecewise-linear dynamics: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z_t = f(z_{t-1}) +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Each "piece"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Local linear regime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• Simple: z_t = A_k z_{t-1}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GP-SDE smoothly interpolates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Local Linearity?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✓ Eigenvalues = stability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8C4091"/>
                </a:solidFill>
              </a:defRPr>
            </a:pPr>
            <a:r>
              <a:t>✓ Eigenvectors = directions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Matches circuit motifs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Mechanistic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Expressiveness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Piecewise linear ≈ nonlinear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Can represent complex behavior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Not as flexible as RNN,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  but more understandable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Uncertainty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Beyond point estimates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gpSLDS provides: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p(regimes | data)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p(dynamics | data)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Which are well-determined?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Know what we know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Identify ambiguous regions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✓ Transfer to new conditions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40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7: Key Takeaways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Modeling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1. Mixture: discrete, static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2. HMM: discrete, temporal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3. VAE: continuous, static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4. LFADS: continuous, RNN dynamics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5. gpSLDS: continuous, interpretable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Increase expressiveness,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maintain tractability via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variational inference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987"/>
          </a:solidFill>
          <a:ln w="38100">
            <a:solidFill>
              <a:srgbClr val="009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Generalization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Transfer across animals/conditions?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Which parameters stable?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87"/>
                </a:solidFill>
              </a:defRPr>
            </a:pPr>
            <a:r>
              <a:t>Causality &amp;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Infer causal structure?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Optimal intervention?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32323"/>
                </a:solidFill>
              </a:defRPr>
            </a:pPr>
            <a:r>
              <a:t>• Neural prosthetics?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